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пяти частей: защита проекта, как играть, Великая Отечественная война в игре, космос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нового: война как в стратегии Hearts of Iron — армии сами идут по карте и бьются в реальном времени, а враг виден; исторические государства на 3D-карте; 17 женщин из истории Беларуси; анимация взлёта ракеты; все войска — женщины-героини; и метро Минска, которое игрок строит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 А война идёт сама, прямо в реальном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идёт в реальном времени, как в стратегии Hearts of Iron. Объявил поход — армия сама идёт к цели, клетка за 10 секунд. Можно командовать и самому: нажать на отряд, потом на город. Когда армия дошла до цели, раз в 10 секунд идёт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бой. Войска — это 3D-модели, которые я сделал в Blender: героини шагают и стреляют, видны вспышки и дым. Напротив — армия врага: в 1943 году это вермахт с танком, и написана его сила. В оккупированных областях стоят вражеские гарнизоны. Когда сила врага сломлена, область освобождена.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карте видно не только современную Беларусь, но и государства, в которые входили белорусские земли: Полоцкое и Туровское княжества, Великое Княжество Литовское, Речь Посполитую, Российскую империю, СССР. Во время Великой Отечественной войны карта показывает СССР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освобождает области: армии идут к центрам областей, и у цели начинается бой. Все наши войска в игре — женщины-героини: стрелки, партизанки, артиллеристки, танкистки и лётчицы. Это 3D-модели, которые я сделал в Blender: всего 24 вида войск, и каждый умеет шагать и стрелять.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Windows. В ней девять веков истории, война в реальном времени, исторические государства и метро Минска, 17 женщин из истории Беларуси и анимации.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DARK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5.xml"/><Relationship Id="rId8" Type="http://schemas.openxmlformats.org/officeDocument/2006/relationships/slide" Target="slide19.xml"/><Relationship Id="rId10" Type="http://schemas.openxmlformats.org/officeDocument/2006/relationships/slide" Target="slide2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gif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6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7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19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jpg"/><Relationship Id="rId3" Type="http://schemas.openxmlformats.org/officeDocument/2006/relationships/image" Target="../media/image-20-2.jpg"/><Relationship Id="rId4" Type="http://schemas.openxmlformats.org/officeDocument/2006/relationships/image" Target="../media/image-20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2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veil" descr="/tmp/claude-0/-home-user-xy-/a67a51dc-14ac-57ee-b735-98b960f6acb5/scratchpad/pres/img/title_ve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5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6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7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>
            <a:hlinkClick r:id="rId2" action="ppaction://hlinksldjump"/>
          </p:cNvPr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5" name="c1bCircle">
            <a:hlinkClick r:id="rId2" action="ppaction://hlinksldjump"/>
          </p:cNvPr>
          <p:cNvSpPr/>
          <p:nvPr/>
        </p:nvSpPr>
        <p:spPr>
          <a:xfrm>
            <a:off x="658368" y="1618488"/>
            <a:ext cx="402336" cy="402336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c1bIcon" descr="preencoded.png">
            <a:hlinkClick r:id="rId2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929" y="1715049"/>
            <a:ext cx="209215" cy="209215"/>
          </a:xfrm>
          <a:prstGeom prst="rect">
            <a:avLst/>
          </a:prstGeom>
        </p:spPr>
      </p:pic>
      <p:sp>
        <p:nvSpPr>
          <p:cNvPr id="7" name="c1t">
            <a:hlinkClick r:id="rId2" action="ppaction://hlinksldjump"/>
          </p:cNvPr>
          <p:cNvSpPr txBox="1"/>
          <p:nvPr/>
        </p:nvSpPr>
        <p:spPr>
          <a:xfrm>
            <a:off x="1234440" y="155448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>
            <a:hlinkClick r:id="rId4" action="ppaction://hlinksldjump"/>
          </p:cNvPr>
          <p:cNvSpPr/>
          <p:nvPr/>
        </p:nvSpPr>
        <p:spPr>
          <a:xfrm>
            <a:off x="548640" y="21945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9" name="c2bCircle">
            <a:hlinkClick r:id="rId4" action="ppaction://hlinksldjump"/>
          </p:cNvPr>
          <p:cNvSpPr/>
          <p:nvPr/>
        </p:nvSpPr>
        <p:spPr>
          <a:xfrm>
            <a:off x="658368" y="2258568"/>
            <a:ext cx="402336" cy="402336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0" name="c2bIcon" descr="preencoded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355129"/>
            <a:ext cx="209215" cy="209215"/>
          </a:xfrm>
          <a:prstGeom prst="rect">
            <a:avLst/>
          </a:prstGeom>
        </p:spPr>
      </p:pic>
      <p:sp>
        <p:nvSpPr>
          <p:cNvPr id="11" name="c2t">
            <a:hlinkClick r:id="rId4" action="ppaction://hlinksldjump"/>
          </p:cNvPr>
          <p:cNvSpPr txBox="1"/>
          <p:nvPr/>
        </p:nvSpPr>
        <p:spPr>
          <a:xfrm>
            <a:off x="1234440" y="219456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>
            <a:hlinkClick r:id="rId6" action="ppaction://hlinksldjump"/>
          </p:cNvPr>
          <p:cNvSpPr/>
          <p:nvPr/>
        </p:nvSpPr>
        <p:spPr>
          <a:xfrm>
            <a:off x="548640" y="283464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3" name="c3bCircle">
            <a:hlinkClick r:id="rId6" action="ppaction://hlinksldjump"/>
          </p:cNvPr>
          <p:cNvSpPr/>
          <p:nvPr/>
        </p:nvSpPr>
        <p:spPr>
          <a:xfrm>
            <a:off x="658368" y="2898648"/>
            <a:ext cx="402336" cy="402336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4" name="c3bIcon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29" y="2995209"/>
            <a:ext cx="209215" cy="209215"/>
          </a:xfrm>
          <a:prstGeom prst="rect">
            <a:avLst/>
          </a:prstGeom>
        </p:spPr>
      </p:pic>
      <p:sp>
        <p:nvSpPr>
          <p:cNvPr id="15" name="c3t">
            <a:hlinkClick r:id="rId6" action="ppaction://hlinksldjump"/>
          </p:cNvPr>
          <p:cNvSpPr txBox="1"/>
          <p:nvPr/>
        </p:nvSpPr>
        <p:spPr>
          <a:xfrm>
            <a:off x="1234440" y="283464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</a:t>
            </a:r>
            <a:endParaRPr lang="en-US" sz="1700" dirty="0"/>
          </a:p>
        </p:txBody>
      </p:sp>
      <p:sp>
        <p:nvSpPr>
          <p:cNvPr id="16" name="c4">
            <a:hlinkClick r:id="rId8" action="ppaction://hlinksldjump"/>
          </p:cNvPr>
          <p:cNvSpPr/>
          <p:nvPr/>
        </p:nvSpPr>
        <p:spPr>
          <a:xfrm>
            <a:off x="548640" y="34747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7" name="c4bCircle">
            <a:hlinkClick r:id="rId8" action="ppaction://hlinksldjump"/>
          </p:cNvPr>
          <p:cNvSpPr/>
          <p:nvPr/>
        </p:nvSpPr>
        <p:spPr>
          <a:xfrm>
            <a:off x="658368" y="3538728"/>
            <a:ext cx="402336" cy="402336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8" name="c4bIcon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929" y="3635289"/>
            <a:ext cx="209215" cy="209215"/>
          </a:xfrm>
          <a:prstGeom prst="rect">
            <a:avLst/>
          </a:prstGeom>
        </p:spPr>
      </p:pic>
      <p:sp>
        <p:nvSpPr>
          <p:cNvPr id="19" name="c4t">
            <a:hlinkClick r:id="rId8" action="ppaction://hlinksldjump"/>
          </p:cNvPr>
          <p:cNvSpPr txBox="1"/>
          <p:nvPr/>
        </p:nvSpPr>
        <p:spPr>
          <a:xfrm>
            <a:off x="1234440" y="347472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>
            <a:hlinkClick r:id="rId10" action="ppaction://hlinksldjump"/>
          </p:cNvPr>
          <p:cNvSpPr/>
          <p:nvPr/>
        </p:nvSpPr>
        <p:spPr>
          <a:xfrm>
            <a:off x="548640" y="41148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c5bCircle">
            <a:hlinkClick r:id="rId10" action="ppaction://hlinksldjump"/>
          </p:cNvPr>
          <p:cNvSpPr/>
          <p:nvPr/>
        </p:nvSpPr>
        <p:spPr>
          <a:xfrm>
            <a:off x="658368" y="4178808"/>
            <a:ext cx="402336" cy="402336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2" name="c5bIcon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929" y="4275369"/>
            <a:ext cx="209215" cy="209215"/>
          </a:xfrm>
          <a:prstGeom prst="rect">
            <a:avLst/>
          </a:prstGeom>
        </p:spPr>
      </p:pic>
      <p:sp>
        <p:nvSpPr>
          <p:cNvPr id="23" name="c5t">
            <a:hlinkClick r:id="rId10" action="ppaction://hlinksldjump"/>
          </p:cNvPr>
          <p:cNvSpPr txBox="1"/>
          <p:nvPr/>
        </p:nvSpPr>
        <p:spPr>
          <a:xfrm>
            <a:off x="1234440" y="41148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Итоги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EA8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войска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.exe, без интернета и сторонних библиотек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24 вида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1411834"/>
            <a:ext cx="285293" cy="285293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32588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как в HOI</a:t>
            </a:r>
            <a:endParaRPr lang="en-US" sz="1400" dirty="0"/>
          </a:p>
        </p:txBody>
      </p:sp>
      <p:sp>
        <p:nvSpPr>
          <p:cNvPr id="9" name="nv0d"/>
          <p:cNvSpPr txBox="1"/>
          <p:nvPr/>
        </p:nvSpPr>
        <p:spPr>
          <a:xfrm>
            <a:off x="64008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сами идут по карте и бьются в реальном времени; враг виден</a:t>
            </a:r>
            <a:endParaRPr lang="en-US" sz="1200" dirty="0"/>
          </a:p>
        </p:txBody>
      </p:sp>
      <p:sp>
        <p:nvSpPr>
          <p:cNvPr id="10" name="nv1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nv1bCircle"/>
          <p:cNvSpPr/>
          <p:nvPr/>
        </p:nvSpPr>
        <p:spPr>
          <a:xfrm>
            <a:off x="3429000" y="128016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674" y="1411834"/>
            <a:ext cx="285293" cy="285293"/>
          </a:xfrm>
          <a:prstGeom prst="rect">
            <a:avLst/>
          </a:prstGeom>
        </p:spPr>
      </p:pic>
      <p:sp>
        <p:nvSpPr>
          <p:cNvPr id="13" name="nv1t"/>
          <p:cNvSpPr txBox="1"/>
          <p:nvPr/>
        </p:nvSpPr>
        <p:spPr>
          <a:xfrm>
            <a:off x="411480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</a:t>
            </a:r>
            <a:endParaRPr lang="en-US" sz="1400" dirty="0"/>
          </a:p>
        </p:txBody>
      </p:sp>
      <p:sp>
        <p:nvSpPr>
          <p:cNvPr id="14" name="nv1d"/>
          <p:cNvSpPr txBox="1"/>
          <p:nvPr/>
        </p:nvSpPr>
        <p:spPr>
          <a:xfrm>
            <a:off x="342900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ВКЛ, Речь Посполитая, Российская империя, СССР — на 3D-карте</a:t>
            </a:r>
            <a:endParaRPr lang="en-US" sz="1200" dirty="0"/>
          </a:p>
        </p:txBody>
      </p:sp>
      <p:sp>
        <p:nvSpPr>
          <p:cNvPr id="15" name="nv2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nv2bCircle"/>
          <p:cNvSpPr/>
          <p:nvPr/>
        </p:nvSpPr>
        <p:spPr>
          <a:xfrm>
            <a:off x="6217920" y="1280160"/>
            <a:ext cx="548640" cy="54864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7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594" y="1411834"/>
            <a:ext cx="285293" cy="285293"/>
          </a:xfrm>
          <a:prstGeom prst="rect">
            <a:avLst/>
          </a:prstGeom>
        </p:spPr>
      </p:pic>
      <p:sp>
        <p:nvSpPr>
          <p:cNvPr id="18" name="nv2t"/>
          <p:cNvSpPr txBox="1"/>
          <p:nvPr/>
        </p:nvSpPr>
        <p:spPr>
          <a:xfrm>
            <a:off x="690372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400" dirty="0"/>
          </a:p>
        </p:txBody>
      </p:sp>
      <p:sp>
        <p:nvSpPr>
          <p:cNvPr id="19" name="nv2d"/>
          <p:cNvSpPr txBox="1"/>
          <p:nvPr/>
        </p:nvSpPr>
        <p:spPr>
          <a:xfrm>
            <a:off x="621792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200" dirty="0"/>
          </a:p>
        </p:txBody>
      </p:sp>
      <p:sp>
        <p:nvSpPr>
          <p:cNvPr id="20" name="nv3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nv3bCircle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22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3194914"/>
            <a:ext cx="285293" cy="285293"/>
          </a:xfrm>
          <a:prstGeom prst="rect">
            <a:avLst/>
          </a:prstGeom>
        </p:spPr>
      </p:pic>
      <p:sp>
        <p:nvSpPr>
          <p:cNvPr id="23" name="nv3t"/>
          <p:cNvSpPr txBox="1"/>
          <p:nvPr/>
        </p:nvSpPr>
        <p:spPr>
          <a:xfrm>
            <a:off x="132588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Взлёт ракеты</a:t>
            </a:r>
            <a:endParaRPr lang="en-US" sz="1400" dirty="0"/>
          </a:p>
        </p:txBody>
      </p:sp>
      <p:sp>
        <p:nvSpPr>
          <p:cNvPr id="24" name="nv3d"/>
          <p:cNvSpPr txBox="1"/>
          <p:nvPr/>
        </p:nvSpPr>
        <p:spPr>
          <a:xfrm>
            <a:off x="64008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полётов Климука, Ковалёнка и Василевской</a:t>
            </a:r>
            <a:endParaRPr lang="en-US" sz="1200" dirty="0"/>
          </a:p>
        </p:txBody>
      </p:sp>
      <p:sp>
        <p:nvSpPr>
          <p:cNvPr id="25" name="nv4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nv4bCircle"/>
          <p:cNvSpPr/>
          <p:nvPr/>
        </p:nvSpPr>
        <p:spPr>
          <a:xfrm>
            <a:off x="3429000" y="3063240"/>
            <a:ext cx="548640" cy="54864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7" name="nv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0674" y="3194914"/>
            <a:ext cx="285293" cy="285293"/>
          </a:xfrm>
          <a:prstGeom prst="rect">
            <a:avLst/>
          </a:prstGeom>
        </p:spPr>
      </p:pic>
      <p:sp>
        <p:nvSpPr>
          <p:cNvPr id="28" name="nv4t"/>
          <p:cNvSpPr txBox="1"/>
          <p:nvPr/>
        </p:nvSpPr>
        <p:spPr>
          <a:xfrm>
            <a:off x="4114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в строю</a:t>
            </a:r>
            <a:endParaRPr lang="en-US" sz="1400" dirty="0"/>
          </a:p>
        </p:txBody>
      </p:sp>
      <p:sp>
        <p:nvSpPr>
          <p:cNvPr id="29" name="nv4d"/>
          <p:cNvSpPr txBox="1"/>
          <p:nvPr/>
        </p:nvSpPr>
        <p:spPr>
          <a:xfrm>
            <a:off x="342900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шагают и стреляют</a:t>
            </a:r>
            <a:endParaRPr lang="en-US" sz="1200" dirty="0"/>
          </a:p>
        </p:txBody>
      </p:sp>
      <p:sp>
        <p:nvSpPr>
          <p:cNvPr id="30" name="nv5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31" name="nv5bCircle"/>
          <p:cNvSpPr/>
          <p:nvPr/>
        </p:nvSpPr>
        <p:spPr>
          <a:xfrm>
            <a:off x="6217920" y="306324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32" name="nv5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594" y="3194914"/>
            <a:ext cx="285293" cy="285293"/>
          </a:xfrm>
          <a:prstGeom prst="rect">
            <a:avLst/>
          </a:prstGeom>
        </p:spPr>
      </p:pic>
      <p:sp>
        <p:nvSpPr>
          <p:cNvPr id="33" name="nv5t"/>
          <p:cNvSpPr txBox="1"/>
          <p:nvPr/>
        </p:nvSpPr>
        <p:spPr>
          <a:xfrm>
            <a:off x="690372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Метро Минска</a:t>
            </a:r>
            <a:endParaRPr lang="en-US" sz="1400" dirty="0"/>
          </a:p>
        </p:txBody>
      </p:sp>
      <p:sp>
        <p:nvSpPr>
          <p:cNvPr id="34" name="nv5d"/>
          <p:cNvSpPr txBox="1"/>
          <p:nvPr/>
        </p:nvSpPr>
        <p:spPr>
          <a:xfrm>
            <a:off x="621792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1984 года игрок сам строит метро и транспорт городов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E0475B"/>
          </a:solidFill>
          <a:ln w="9525">
            <a:solidFill>
              <a:srgbClr val="E0475B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Объявите поход — армия сама пойдёт к цели: клетка за 10 секунд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и самим: нажмите на отряд, потом на город (или правой кнопкой)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цели раз в 10 секунд идёт бой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march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97480"/>
            <a:ext cx="2880360" cy="1786723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29923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отряд героинь идёт на Могилёв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Бой и армия врага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21868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бой за Могилёв, 1943 год</a:t>
            </a:r>
            <a:endParaRPr lang="en-US" sz="1000" dirty="0"/>
          </a:p>
        </p:txBody>
      </p:sp>
      <p:sp>
        <p:nvSpPr>
          <p:cNvPr id="7" name="txt"/>
          <p:cNvSpPr txBox="1"/>
          <p:nvPr/>
        </p:nvSpPr>
        <p:spPr>
          <a:xfrm>
            <a:off x="5852160" y="10515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войска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3D-модели из Blender: героини шагают и стреляют, видны вспышки и дым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Армия врага видна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дивизии в форме своей эпохи и их сила: «вермахт · сила 168»; в оккупированных областях — гарнизоны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освобождена — доходы растут, каратели больше не жгут деревни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Исторические государства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5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Беларусь в составе СССР, вокруг — соседние республики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580644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Полоцкое и Туровское княжества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Великое Княжество Литовское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1569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Посполитая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империя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БССР и Западная Беларусь в Польше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СССР в Великой Отечественной войне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Беларусь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областей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img/troops_ww2_gri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51560"/>
            <a:ext cx="3749040" cy="27667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4800600" y="395551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армии идут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наши войска — героини: 3D-модели из Blender, 24 вида, шагают и стреляют.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работает на любом компьютере с Windows — один файл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0078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4942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в реальном времени: армии, враг,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 и метро Минска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 с 3D-портретами</a:t>
            </a:r>
            <a:endParaRPr lang="en-US" sz="1400" dirty="0"/>
          </a:p>
        </p:txBody>
      </p:sp>
      <p:sp>
        <p:nvSpPr>
          <p:cNvPr id="20" name="d5"/>
          <p:cNvSpPr/>
          <p:nvPr/>
        </p:nvSpPr>
        <p:spPr>
          <a:xfrm>
            <a:off x="457200" y="38953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21" name="d5c"/>
          <p:cNvSpPr txBox="1"/>
          <p:nvPr/>
        </p:nvSpPr>
        <p:spPr>
          <a:xfrm>
            <a:off x="45720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d5t"/>
          <p:cNvSpPr txBox="1"/>
          <p:nvPr/>
        </p:nvSpPr>
        <p:spPr>
          <a:xfrm>
            <a:off x="914400" y="3840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3D-войска из Blender в бою, взлёт ракеты</a:t>
            </a:r>
            <a:endParaRPr lang="en-US" sz="1400" dirty="0"/>
          </a:p>
        </p:txBody>
      </p:sp>
      <p:sp>
        <p:nvSpPr>
          <p:cNvPr id="23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9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4">
              <a:alpha val="70000"/>
            </a:srgbClr>
          </a:solidFill>
          <a:ln w="12700">
            <a:solidFill>
              <a:srgbClr val="0A0F14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2026-10-22T20:23:29Z</dcterms:created>
  <dcterms:modified xsi:type="dcterms:W3CDTF">2026-10-22T20:23:29Z</dcterms:modified>
</cp:coreProperties>
</file>