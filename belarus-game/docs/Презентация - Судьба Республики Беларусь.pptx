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Роман Биончик, я учусь в 6 «Г» классе. Представляю свой проект — компьютерную игру «Судьба Республики Беларусь в объективе технологий».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Мой рассказ состоит из пяти частей: защита проекта, как играть, Великая Отечественная война в игре, космос и итоги. Это содержание — интерактивное: на каждый раздел можно нажать.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Актуальность. Историю интереснее изучать, когда сам принимаешь решения. Цель проекта — создать игру, где история Беларуси изучается через технологии, стройки и судьбы людей.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достичь цели, я решил пять задач: изучил историю, придумал правила, создал 3D-модели в Blender, написал программу на языке C и проверил игру автоматическими 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написана на языке C с помощью Windows API — это один файл, ему не нужны интернет и сторонние библиотеки. 3D-графику карты я сделал сам, а модели — в Blender. В игре 112 технологий, 69 строек, 52 деятеля, 99 событий, 107 вопросов летописца и 48 заданий.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нового: война как в стратегии Hearts of Iron — армии сами идут по карте и бьются в реальном времени, а враг виден; исторические государства на 3D-карте; 17 женщин из истории Беларуси; анимация взлёта ракеты; все войска — женщины-героини; и метро Минска, которое игрок строит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главный экран. Сверху — год и ресурсы: казна, знания, производство, население. Ниже — лента эпох. Слева — 3D-карта, справа — вкладки. Кнопка «Завершить ход» переводит игру к следующему году.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ход — это несколько лет. Игрок изучает технологии, строит, приглашает деятелей и решает исторические события — например, операцию «Возмездие» в 1943 году. Потом нажимает «Завершить ход». А война идёт сама, прямо в реальном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Война идёт в реальном времени, как в стратегии Hearts of Iron. Объявил поход — армия сама идёт к цели, клетка за 10 секунд. Можно командовать и самому: нажать на отряд, потом на город. Когда армия дошла до цели, раз в 10 секунд идёт 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бой. Наши героини стреляют, видны вспышки и дым. Напротив — армия врага: в 1943 году это вермахт с танком, и написана его сила. В оккупированных областях стоят вражеские гарнизоны. Когда сила врага сломлена, область освобождена.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Армиям нужно снабжение от столицы. Если армия ушла далеко, она слабеет. С 1871 года можно строить железные дороги — по ним ходят поезда. В годы войны снабжение идёт с Большой земли и от партизан.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Беларуси — трёхмерная. Её можно вращать левой кнопкой мыши, сдвигать правой и приближать колесом. На ней видны города, постройки, армии, железные дороги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карте видно не только современную Беларусь, но и государства, в которые входили белорусские земли: Полоцкое и Туровское княжества, Великое Княжество Литовское, Речь Посполитую, Российскую империю, СССР. Во время Великой Отечественной войны карта показывает СССР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в игре есть исторические задания с наградами, вопросы летописца — это викторина по истории — и итоги с графиками. На графике 1945 года видно, как сильно война ударила по населению.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Беларусь приняла на себя жесточайший удар: погиб каждый третий житель. В партизанских отрядах сражались около 45 тысяч женщин, в подполье — около 25 тысяч. В игре в 1941–1944 годах области оккупированы, и их нужно освобождать.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сентября 1943 года минские подпольщицы Елена Мазаник, Мария Осипова и Надежда Троян провели операцию «Возмездие». Все трое стали Героями Советского Союза. В игре это событие с выбором, а героинь можно пригласить в команду. Имена — это ссылки на статьи.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восемь героинь войны с 3D-портретами: Ефросинья Зенькова и Зинаида Портнова из «Юных мстителей», санинструктор Зинаида Туснолобова-Марченко, партизанка Анна Масловская, разведчица Вера Хоружая и участницы «Возмездия». Пригласить их можно только в 1941–1945 годах.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1943–1944 годах игрок освобождает области: армии идут к центрам областей, и у цели начинается бой. Все войска в игре — женщины-героини: стрелки, лётчицы, партизанки и танкистки.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анимация взлёта ракеты: башни отходят, идёт отсчёт «три, два, один, пуск», ракета улетает, отделяются боковые блоки — «крест Королёва», и корабль выходит на орбиту. Так игра показывает полёты Петра Климука, Владимира Ковалёнка и Марины Василевской.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Особое внимание — женщинам. Марина Василевская — первая женщина-космонавт суверенной Беларуси: 23 марта 2024 года она полетела на МКС на корабле «Союз МС-25». В игре у неё особая золотая карточка.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Итоги. Игра создана и работает на любом компьютере с Windows. В ней девять веков истории, война в реальном времени, исторические государства и метро Минска, 17 женщин из истории Беларуси и анимации. Вывод: цель достигнута — играя, историю запомнить легче. А сам я узнал о подвиге белорусских женщин и научился программировать.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141A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u.wikipedia.org/w/index.php?search=%D0%93%D0%BE%D0%BB%D0%BE%D0%B2%D0%B0%D1%87%D1%91%D0%B2%20%D0%9F%D0%B0%D0%B2%D0%B5%D0%BB%20%D0%AF%D0%BA%D0%BE%D0%B2%D0%BB%D0%B5%D0%B2%D0%B8%D1%87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7.xml"/><Relationship Id="rId6" Type="http://schemas.openxmlformats.org/officeDocument/2006/relationships/slide" Target="slide15.xml"/><Relationship Id="rId8" Type="http://schemas.openxmlformats.org/officeDocument/2006/relationships/slide" Target="slide19.xml"/><Relationship Id="rId10" Type="http://schemas.openxmlformats.org/officeDocument/2006/relationships/slide" Target="slide21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image" Target="../media/image-2-5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9-1.jpg"/><Relationship Id="rId3" Type="http://schemas.openxmlformats.org/officeDocument/2006/relationships/image" Target="../media/image-9-2.gif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gif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gif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5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https://ru.wikipedia.org/w/index.php?search=%D0%9C%D0%B0%D0%B7%D0%B0%D0%BD%D0%B8%D0%BA%20%D0%95%D0%BB%D0%B5%D0%BD%D0%B0%20%D0%93%D1%80%D0%B8%D0%B3%D0%BE%D1%80%D1%8C%D0%B5%D0%B2%D0%BD%D0%B0" TargetMode="External"/><Relationship Id="rId3" Type="http://schemas.openxmlformats.org/officeDocument/2006/relationships/hyperlink" Target="https://ru.wikipedia.org/w/index.php?search=%D0%9E%D1%81%D0%B8%D0%BF%D0%BE%D0%B2%D0%B0%20%D0%9C%D0%B0%D1%80%D0%B8%D1%8F%20%D0%91%D0%BE%D1%80%D0%B8%D1%81%D0%BE%D0%B2%D0%BD%D0%B0" TargetMode="External"/><Relationship Id="rId4" Type="http://schemas.openxmlformats.org/officeDocument/2006/relationships/hyperlink" Target="https://ru.wikipedia.org/w/index.php?search=%D0%A2%D1%80%D0%BE%D1%8F%D0%BD%20%D0%9D%D0%B0%D0%B4%D0%B5%D0%B6%D0%B4%D0%B0%20%D0%92%D0%B8%D0%BA%D1%82%D0%BE%D1%80%D0%BE%D0%B2%D0%BD%D0%B0" TargetMode="External"/><Relationship Id="rId5" Type="http://schemas.openxmlformats.org/officeDocument/2006/relationships/image" Target="../media/image-16-1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7%D0%B5%D0%BD%D1%8C%D0%BA%D0%BE%D0%B2%D0%B0%20%D0%95%D1%84%D1%80%D0%BE%D1%81%D0%B8%D0%BD%D1%8C%D1%8F%20%D0%A1%D0%B0%D0%B2%D0%B5%D0%BB%D1%8C%D0%B5%D0%B2%D0%BD%D0%B0" TargetMode="External"/><Relationship Id="rId4" Type="http://schemas.openxmlformats.org/officeDocument/2006/relationships/hyperlink" Target="https://ru.wikipedia.org/w/index.php?search=%D0%9F%D0%BE%D1%80%D1%82%D0%BD%D0%BE%D0%B2%D0%B0%20%D0%97%D0%B8%D0%BD%D0%B0%D0%B8%D0%B4%D0%B0%20%D0%9C%D0%B0%D1%80%D1%82%D1%8B%D0%BD%D0%BE%D0%B2%D0%BD%D0%B0" TargetMode="External"/><Relationship Id="rId5" Type="http://schemas.openxmlformats.org/officeDocument/2006/relationships/hyperlink" Target="https://ru.wikipedia.org/w/index.php?search=%D0%A2%D1%83%D1%81%D0%BD%D0%BE%D0%BB%D0%BE%D0%B1%D0%BE%D0%B2%D0%B0-%D0%9C%D0%B0%D1%80%D1%87%D0%B5%D0%BD%D0%BA%D0%BE%20%D0%97%D0%B8%D0%BD%D0%B0%D0%B8%D0%B4%D0%B0%20%D0%9C%D0%B8%D1%85%D0%B0%D0%B9%D0%BB%D0%BE%D0%B2%D0%BD%D0%B0" TargetMode="External"/><Relationship Id="rId6" Type="http://schemas.openxmlformats.org/officeDocument/2006/relationships/hyperlink" Target="https://ru.wikipedia.org/w/index.php?search=%D0%9C%D0%B0%D1%81%D0%BB%D0%BE%D0%B2%D1%81%D0%BA%D0%B0%D1%8F%20%D0%90%D0%BD%D0%BD%D0%B0%20%D0%98%D0%B2%D0%B0%D0%BD%D0%BE%D0%B2%D0%BD%D0%B0" TargetMode="External"/><Relationship Id="rId7" Type="http://schemas.openxmlformats.org/officeDocument/2006/relationships/hyperlink" Target="https://ru.wikipedia.org/w/index.php?search=%D0%A5%D0%BE%D1%80%D1%83%D0%B6%D0%B0%D1%8F%20%D0%92%D0%B5%D1%80%D0%B0%20%D0%97%D0%B0%D1%85%D0%B0%D1%80%D0%BE%D0%B2%D0%BD%D0%B0" TargetMode="External"/><Relationship Id="rId2" Type="http://schemas.openxmlformats.org/officeDocument/2006/relationships/image" Target="../media/image-17-1.jp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jpg"/><Relationship Id="rId3" Type="http://schemas.openxmlformats.org/officeDocument/2006/relationships/image" Target="../media/image-18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A%D0%BB%D0%B8%D0%BC%D1%83%D0%BA%20%D0%9F%D1%91%D1%82%D1%80%20%D0%98%D0%BB%D1%8C%D0%B8%D1%87" TargetMode="External"/><Relationship Id="rId4" Type="http://schemas.openxmlformats.org/officeDocument/2006/relationships/hyperlink" Target="https://ru.wikipedia.org/w/index.php?search=%D0%9A%D0%BE%D0%B2%D0%B0%D0%BB%D1%91%D0%BD%D0%BE%D0%BA%20%D0%92%D0%BB%D0%B0%D0%B4%D0%B8%D0%BC%D0%B8%D1%80%20%D0%92%D0%B0%D1%81%D0%B8%D0%BB%D1%8C%D0%B5%D0%B2%D0%B8%D1%87" TargetMode="External"/><Relationship Id="rId5" Type="http://schemas.openxmlformats.org/officeDocument/2006/relationships/hyperlink" Target="https://ru.wikipedia.org/w/index.php?search=%D0%92%D0%B0%D1%81%D0%B8%D0%BB%D0%B5%D0%B2%D1%81%D0%BA%D0%B0%D1%8F%20%D0%9C%D0%B0%D1%80%D0%B8%D0%BD%D0%B0%20%D0%BA%D0%BE%D1%81%D0%BC%D0%BE%D0%BD%D0%B0%D0%B2%D1%82" TargetMode="External"/><Relationship Id="rId2" Type="http://schemas.openxmlformats.org/officeDocument/2006/relationships/image" Target="../media/image-19-1.gif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jpg"/><Relationship Id="rId3" Type="http://schemas.openxmlformats.org/officeDocument/2006/relationships/image" Target="../media/image-20-2.jpg"/><Relationship Id="rId4" Type="http://schemas.openxmlformats.org/officeDocument/2006/relationships/image" Target="../media/image-20-3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hyperlink" Target="https://ru.wikipedia.org/w/index.php?search=%D0%96%D0%B5%D0%BD%D1%89%D0%B8%D0%BD%D1%8B%20%D0%93%D0%B5%D1%80%D0%BE%D0%B8%20%D0%A1%D0%BE%D0%B2%D0%B5%D1%82%D1%81%D0%BA%D0%BE%D0%B3%D0%BE%20%D0%A1%D0%BE%D1%8E%D0%B7%D0%B0%20%D0%91%D0%B5%D0%BB%D0%B0%D1%80%D1%83%D1%81%D1%8C" TargetMode="External"/><Relationship Id="rId4" Type="http://schemas.openxmlformats.org/officeDocument/2006/relationships/hyperlink" Target="https://ru.wikipedia.org/wiki/&#1041;&#1077;&#1083;&#1086;&#1088;&#1091;&#1089;&#1089;&#1080;&#1103;" TargetMode="External"/><Relationship Id="rId1" Type="http://schemas.openxmlformats.org/officeDocument/2006/relationships/image" Target="../media/image-22-1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557345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A17">
              <a:alpha val="55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4" name="veil2"/>
          <p:cNvSpPr/>
          <p:nvPr/>
        </p:nvSpPr>
        <p:spPr>
          <a:xfrm>
            <a:off x="0" y="0"/>
            <a:ext cx="7315200" cy="5143500"/>
          </a:xfrm>
          <a:prstGeom prst="rect">
            <a:avLst/>
          </a:prstGeom>
          <a:solidFill>
            <a:srgbClr val="141A17">
              <a:alpha val="82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5" name="eyebrow"/>
          <p:cNvSpPr txBox="1"/>
          <p:nvPr/>
        </p:nvSpPr>
        <p:spPr>
          <a:xfrm>
            <a:off x="548640" y="548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· компьютерная игра-стратегия</a:t>
            </a:r>
            <a:endParaRPr lang="en-US" sz="1300" dirty="0"/>
          </a:p>
        </p:txBody>
      </p:sp>
      <p:sp>
        <p:nvSpPr>
          <p:cNvPr id="6" name="titleText"/>
          <p:cNvSpPr txBox="1"/>
          <p:nvPr/>
        </p:nvSpPr>
        <p:spPr>
          <a:xfrm>
            <a:off x="548640" y="868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Судьба Республики Беларусь в объективе технологий</a:t>
            </a:r>
            <a:endParaRPr lang="en-US" sz="3200" dirty="0"/>
          </a:p>
        </p:txBody>
      </p:sp>
      <p:sp>
        <p:nvSpPr>
          <p:cNvPr id="7" name="subText"/>
          <p:cNvSpPr txBox="1"/>
          <p:nvPr/>
        </p:nvSpPr>
        <p:spPr>
          <a:xfrm>
            <a:off x="548640" y="2514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с 1100 по 2026 год: технологии, стройки, люди — и подвиг женщин-героинь в Великой Отечественной войне</a:t>
            </a:r>
            <a:endParaRPr lang="en-US" sz="1500" dirty="0"/>
          </a:p>
        </p:txBody>
      </p:sp>
      <p:sp>
        <p:nvSpPr>
          <p:cNvPr id="8" name="authorBox"/>
          <p:cNvSpPr txBox="1"/>
          <p:nvPr/>
        </p:nvSpPr>
        <p:spPr>
          <a:xfrm>
            <a:off x="548640" y="35204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Биончик Роман, учащийся 6 «Г» класса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Кто такой П. Я. Головачё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ГУО «Гимназия № 10 г. Минска имени дважды Героя Советского Союза П. Я. Головачёва»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Минск,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600" dirty="0"/>
          </a:p>
        </p:txBody>
      </p:sp>
      <p:sp>
        <p:nvSpPr>
          <p:cNvPr id="3" name="hint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на раздел, чтобы перейти к нему</a:t>
            </a:r>
            <a:endParaRPr lang="en-US" sz="1300" dirty="0"/>
          </a:p>
        </p:txBody>
      </p:sp>
      <p:sp>
        <p:nvSpPr>
          <p:cNvPr id="4" name="c1">
            <a:hlinkClick r:id="rId2" action="ppaction://hlinksldjump"/>
          </p:cNvPr>
          <p:cNvSpPr/>
          <p:nvPr/>
        </p:nvSpPr>
        <p:spPr>
          <a:xfrm>
            <a:off x="548640" y="155448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5" name="c1bCircle">
            <a:hlinkClick r:id="rId2" action="ppaction://hlinksldjump"/>
          </p:cNvPr>
          <p:cNvSpPr/>
          <p:nvPr/>
        </p:nvSpPr>
        <p:spPr>
          <a:xfrm>
            <a:off x="658368" y="1618488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c1bIcon" descr="preencoded.png">
            <a:hlinkClick r:id="rId2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929" y="1715049"/>
            <a:ext cx="209215" cy="209215"/>
          </a:xfrm>
          <a:prstGeom prst="rect">
            <a:avLst/>
          </a:prstGeom>
        </p:spPr>
      </p:pic>
      <p:sp>
        <p:nvSpPr>
          <p:cNvPr id="7" name="c1t">
            <a:hlinkClick r:id="rId2" action="ppaction://hlinksldjump"/>
          </p:cNvPr>
          <p:cNvSpPr txBox="1"/>
          <p:nvPr/>
        </p:nvSpPr>
        <p:spPr>
          <a:xfrm>
            <a:off x="1234440" y="155448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Перейти: Защита проект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Защита проекта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актуальность, цель, задачи, как сделана игра</a:t>
            </a:r>
            <a:endParaRPr lang="en-US" sz="1700" dirty="0"/>
          </a:p>
        </p:txBody>
      </p:sp>
      <p:sp>
        <p:nvSpPr>
          <p:cNvPr id="8" name="c2">
            <a:hlinkClick r:id="rId4" action="ppaction://hlinksldjump"/>
          </p:cNvPr>
          <p:cNvSpPr/>
          <p:nvPr/>
        </p:nvSpPr>
        <p:spPr>
          <a:xfrm>
            <a:off x="548640" y="219456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9" name="c2bCircle">
            <a:hlinkClick r:id="rId4" action="ppaction://hlinksldjump"/>
          </p:cNvPr>
          <p:cNvSpPr/>
          <p:nvPr/>
        </p:nvSpPr>
        <p:spPr>
          <a:xfrm>
            <a:off x="658368" y="2258568"/>
            <a:ext cx="402336" cy="402336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2bIcon" descr="preencoded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29" y="2355129"/>
            <a:ext cx="209215" cy="209215"/>
          </a:xfrm>
          <a:prstGeom prst="rect">
            <a:avLst/>
          </a:prstGeom>
        </p:spPr>
      </p:pic>
      <p:sp>
        <p:nvSpPr>
          <p:cNvPr id="11" name="c2t">
            <a:hlinkClick r:id="rId4" action="ppaction://hlinksldjump"/>
          </p:cNvPr>
          <p:cNvSpPr txBox="1"/>
          <p:nvPr/>
        </p:nvSpPr>
        <p:spPr>
          <a:xfrm>
            <a:off x="1234440" y="219456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Перейти: Как играт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Как играть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ход, армии, снабжение, 3D-карта, задания</a:t>
            </a:r>
            <a:endParaRPr lang="en-US" sz="1700" dirty="0"/>
          </a:p>
        </p:txBody>
      </p:sp>
      <p:sp>
        <p:nvSpPr>
          <p:cNvPr id="12" name="c3">
            <a:hlinkClick r:id="rId6" action="ppaction://hlinksldjump"/>
          </p:cNvPr>
          <p:cNvSpPr/>
          <p:nvPr/>
        </p:nvSpPr>
        <p:spPr>
          <a:xfrm>
            <a:off x="548640" y="283464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3" name="c3bCircle">
            <a:hlinkClick r:id="rId6" action="ppaction://hlinksldjump"/>
          </p:cNvPr>
          <p:cNvSpPr/>
          <p:nvPr/>
        </p:nvSpPr>
        <p:spPr>
          <a:xfrm>
            <a:off x="658368" y="2898648"/>
            <a:ext cx="402336" cy="402336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4" name="c3bIcon" descr="preencoded.png">
            <a:hlinkClick r:id="rId6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929" y="2995209"/>
            <a:ext cx="209215" cy="209215"/>
          </a:xfrm>
          <a:prstGeom prst="rect">
            <a:avLst/>
          </a:prstGeom>
        </p:spPr>
      </p:pic>
      <p:sp>
        <p:nvSpPr>
          <p:cNvPr id="15" name="c3t">
            <a:hlinkClick r:id="rId6" action="ppaction://hlinksldjump"/>
          </p:cNvPr>
          <p:cNvSpPr txBox="1"/>
          <p:nvPr/>
        </p:nvSpPr>
        <p:spPr>
          <a:xfrm>
            <a:off x="1234440" y="283464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Перейти: Великая Отечественная вой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Великая Отечественная война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оккупация, «Возмездие», героини, освобождение</a:t>
            </a:r>
            <a:endParaRPr lang="en-US" sz="1700" dirty="0"/>
          </a:p>
        </p:txBody>
      </p:sp>
      <p:sp>
        <p:nvSpPr>
          <p:cNvPr id="16" name="c4">
            <a:hlinkClick r:id="rId8" action="ppaction://hlinksldjump"/>
          </p:cNvPr>
          <p:cNvSpPr/>
          <p:nvPr/>
        </p:nvSpPr>
        <p:spPr>
          <a:xfrm>
            <a:off x="548640" y="347472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7" name="c4bCircle">
            <a:hlinkClick r:id="rId8" action="ppaction://hlinksldjump"/>
          </p:cNvPr>
          <p:cNvSpPr/>
          <p:nvPr/>
        </p:nvSpPr>
        <p:spPr>
          <a:xfrm>
            <a:off x="658368" y="3538728"/>
            <a:ext cx="402336" cy="402336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8" name="c4bIcon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929" y="3635289"/>
            <a:ext cx="209215" cy="209215"/>
          </a:xfrm>
          <a:prstGeom prst="rect">
            <a:avLst/>
          </a:prstGeom>
        </p:spPr>
      </p:pic>
      <p:sp>
        <p:nvSpPr>
          <p:cNvPr id="19" name="c4t">
            <a:hlinkClick r:id="rId8" action="ppaction://hlinksldjump"/>
          </p:cNvPr>
          <p:cNvSpPr txBox="1"/>
          <p:nvPr/>
        </p:nvSpPr>
        <p:spPr>
          <a:xfrm>
            <a:off x="1234440" y="347472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Перейти: Космос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Космос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взлёт ракеты, первая женщина-космонавт Беларуси</a:t>
            </a:r>
            <a:endParaRPr lang="en-US" sz="1700" dirty="0"/>
          </a:p>
        </p:txBody>
      </p:sp>
      <p:sp>
        <p:nvSpPr>
          <p:cNvPr id="20" name="c5">
            <a:hlinkClick r:id="rId10" action="ppaction://hlinksldjump"/>
          </p:cNvPr>
          <p:cNvSpPr/>
          <p:nvPr/>
        </p:nvSpPr>
        <p:spPr>
          <a:xfrm>
            <a:off x="548640" y="411480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21" name="c5bCircle">
            <a:hlinkClick r:id="rId10" action="ppaction://hlinksldjump"/>
          </p:cNvPr>
          <p:cNvSpPr/>
          <p:nvPr/>
        </p:nvSpPr>
        <p:spPr>
          <a:xfrm>
            <a:off x="658368" y="4178808"/>
            <a:ext cx="402336" cy="40233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2" name="c5bIcon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929" y="4275369"/>
            <a:ext cx="209215" cy="209215"/>
          </a:xfrm>
          <a:prstGeom prst="rect">
            <a:avLst/>
          </a:prstGeom>
        </p:spPr>
      </p:pic>
      <p:sp>
        <p:nvSpPr>
          <p:cNvPr id="23" name="c5t">
            <a:hlinkClick r:id="rId10" action="ppaction://hlinksldjump"/>
          </p:cNvPr>
          <p:cNvSpPr txBox="1"/>
          <p:nvPr/>
        </p:nvSpPr>
        <p:spPr>
          <a:xfrm>
            <a:off x="1234440" y="411480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Перейти: Итоги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5. Итоги</a:t>
            </a:r>
            <a:pPr indent="0" marL="0">
              <a:buNone/>
            </a:pPr>
            <a:r>
              <a:rPr lang="en-US" sz="1200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результаты, выводы, вопросы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5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600"/>
                            </p:stCondLst>
                            <p:childTnLst>
                              <p:par>
                                <p:cTn id="7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цель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actBox"/>
          <p:cNvSpPr txBox="1"/>
          <p:nvPr/>
        </p:nvSpPr>
        <p:spPr>
          <a:xfrm>
            <a:off x="457200" y="10515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— это не только даты, но и люди, изобретения и стройки. В игре можно «прожить» девять веков и увидеть, как технологии меняли страну.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Особое место — подвиг женщин Беларуси в Великой Отечественной войне.</a:t>
            </a:r>
            <a:endParaRPr lang="en-US" sz="1400" dirty="0"/>
          </a:p>
        </p:txBody>
      </p:sp>
      <p:sp>
        <p:nvSpPr>
          <p:cNvPr id="6" name="goalBoxBg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7" name="goalBox"/>
          <p:cNvSpPr txBox="1"/>
          <p:nvPr/>
        </p:nvSpPr>
        <p:spPr>
          <a:xfrm>
            <a:off x="640080" y="315468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компьютерную игру, в которой история Беларуси изучается через технологии, стройки и судьбы людей.</a:t>
            </a:r>
            <a:endParaRPr lang="en-US" sz="1400" dirty="0"/>
          </a:p>
        </p:txBody>
      </p:sp>
      <p:pic>
        <p:nvPicPr>
          <p:cNvPr id="8" name="shot" descr="/tmp/claude-0/-home-user-xy-/a67a51dc-14ac-57ee-b735-98b960f6acb5/scratchpad/pres/img/s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9" name="caption"/>
          <p:cNvSpPr txBox="1"/>
          <p:nvPr/>
        </p:nvSpPr>
        <p:spPr>
          <a:xfrm>
            <a:off x="4663440" y="35882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эпохи «Великая Отечественная война» в игре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t0"/>
          <p:cNvSpPr/>
          <p:nvPr/>
        </p:nvSpPr>
        <p:spPr>
          <a:xfrm>
            <a:off x="457200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st0bCircle"/>
          <p:cNvSpPr/>
          <p:nvPr/>
        </p:nvSpPr>
        <p:spPr>
          <a:xfrm>
            <a:off x="896112" y="146304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7" name="st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" y="1616659"/>
            <a:ext cx="332842" cy="332842"/>
          </a:xfrm>
          <a:prstGeom prst="rect">
            <a:avLst/>
          </a:prstGeom>
        </p:spPr>
      </p:pic>
      <p:sp>
        <p:nvSpPr>
          <p:cNvPr id="8" name="st0n"/>
          <p:cNvSpPr txBox="1"/>
          <p:nvPr/>
        </p:nvSpPr>
        <p:spPr>
          <a:xfrm>
            <a:off x="566928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0t"/>
          <p:cNvSpPr txBox="1"/>
          <p:nvPr/>
        </p:nvSpPr>
        <p:spPr>
          <a:xfrm>
            <a:off x="566928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школьному конспекту, учебнику и энциклопедиям</a:t>
            </a:r>
            <a:endParaRPr lang="en-US" sz="1500" dirty="0"/>
          </a:p>
        </p:txBody>
      </p:sp>
      <p:sp>
        <p:nvSpPr>
          <p:cNvPr id="10" name="st1"/>
          <p:cNvSpPr/>
          <p:nvPr/>
        </p:nvSpPr>
        <p:spPr>
          <a:xfrm>
            <a:off x="2084832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1" name="st1bCircle"/>
          <p:cNvSpPr/>
          <p:nvPr/>
        </p:nvSpPr>
        <p:spPr>
          <a:xfrm>
            <a:off x="2523744" y="1463040"/>
            <a:ext cx="640080" cy="6400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2" name="st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363" y="1616659"/>
            <a:ext cx="332842" cy="332842"/>
          </a:xfrm>
          <a:prstGeom prst="rect">
            <a:avLst/>
          </a:prstGeom>
        </p:spPr>
      </p:pic>
      <p:sp>
        <p:nvSpPr>
          <p:cNvPr id="13" name="st1n"/>
          <p:cNvSpPr txBox="1"/>
          <p:nvPr/>
        </p:nvSpPr>
        <p:spPr>
          <a:xfrm>
            <a:off x="2194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t1t"/>
          <p:cNvSpPr txBox="1"/>
          <p:nvPr/>
        </p:nvSpPr>
        <p:spPr>
          <a:xfrm>
            <a:off x="2194560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Придумать правила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эпохи, ресурсы, события, войны, задания</a:t>
            </a:r>
            <a:endParaRPr lang="en-US" sz="1500" dirty="0"/>
          </a:p>
        </p:txBody>
      </p:sp>
      <p:sp>
        <p:nvSpPr>
          <p:cNvPr id="15" name="st2"/>
          <p:cNvSpPr/>
          <p:nvPr/>
        </p:nvSpPr>
        <p:spPr>
          <a:xfrm>
            <a:off x="3712464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6" name="st2bCircle"/>
          <p:cNvSpPr/>
          <p:nvPr/>
        </p:nvSpPr>
        <p:spPr>
          <a:xfrm>
            <a:off x="4151376" y="1463040"/>
            <a:ext cx="640080" cy="64008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7" name="st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995" y="1616659"/>
            <a:ext cx="332842" cy="332842"/>
          </a:xfrm>
          <a:prstGeom prst="rect">
            <a:avLst/>
          </a:prstGeom>
        </p:spPr>
      </p:pic>
      <p:sp>
        <p:nvSpPr>
          <p:cNvPr id="18" name="st2n"/>
          <p:cNvSpPr txBox="1"/>
          <p:nvPr/>
        </p:nvSpPr>
        <p:spPr>
          <a:xfrm>
            <a:off x="382219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t2t"/>
          <p:cNvSpPr txBox="1"/>
          <p:nvPr/>
        </p:nvSpPr>
        <p:spPr>
          <a:xfrm>
            <a:off x="3822192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3D-модели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Blender: карта, постройки, портреты, фигурки</a:t>
            </a:r>
            <a:endParaRPr lang="en-US" sz="1500" dirty="0"/>
          </a:p>
        </p:txBody>
      </p:sp>
      <p:sp>
        <p:nvSpPr>
          <p:cNvPr id="20" name="st3"/>
          <p:cNvSpPr/>
          <p:nvPr/>
        </p:nvSpPr>
        <p:spPr>
          <a:xfrm>
            <a:off x="5340096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1" name="st3bCircle"/>
          <p:cNvSpPr/>
          <p:nvPr/>
        </p:nvSpPr>
        <p:spPr>
          <a:xfrm>
            <a:off x="5779008" y="1463040"/>
            <a:ext cx="640080" cy="6400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2" name="st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627" y="1616659"/>
            <a:ext cx="332842" cy="332842"/>
          </a:xfrm>
          <a:prstGeom prst="rect">
            <a:avLst/>
          </a:prstGeom>
        </p:spPr>
      </p:pic>
      <p:sp>
        <p:nvSpPr>
          <p:cNvPr id="23" name="st3n"/>
          <p:cNvSpPr txBox="1"/>
          <p:nvPr/>
        </p:nvSpPr>
        <p:spPr>
          <a:xfrm>
            <a:off x="544982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t3t"/>
          <p:cNvSpPr txBox="1"/>
          <p:nvPr/>
        </p:nvSpPr>
        <p:spPr>
          <a:xfrm>
            <a:off x="5449824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Написать программу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языке C для Windows, без сторонних библиотек</a:t>
            </a:r>
            <a:endParaRPr lang="en-US" sz="1500" dirty="0"/>
          </a:p>
        </p:txBody>
      </p:sp>
      <p:sp>
        <p:nvSpPr>
          <p:cNvPr id="25" name="st4"/>
          <p:cNvSpPr/>
          <p:nvPr/>
        </p:nvSpPr>
        <p:spPr>
          <a:xfrm>
            <a:off x="6967728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st4bCircle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27" name="st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259" y="1616659"/>
            <a:ext cx="332842" cy="332842"/>
          </a:xfrm>
          <a:prstGeom prst="rect">
            <a:avLst/>
          </a:prstGeom>
        </p:spPr>
      </p:pic>
      <p:sp>
        <p:nvSpPr>
          <p:cNvPr id="28" name="st4n"/>
          <p:cNvSpPr txBox="1"/>
          <p:nvPr/>
        </p:nvSpPr>
        <p:spPr>
          <a:xfrm>
            <a:off x="707745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st4t"/>
          <p:cNvSpPr txBox="1"/>
          <p:nvPr/>
        </p:nvSpPr>
        <p:spPr>
          <a:xfrm>
            <a:off x="7077456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игру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автоматическими тестами: тысячи проверок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сделана игра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6" name="t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tr0t"/>
          <p:cNvSpPr txBox="1"/>
          <p:nvPr/>
        </p:nvSpPr>
        <p:spPr>
          <a:xfrm>
            <a:off x="1097280" y="10515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C и Windows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файл .exe, без интернета и сторонних библиотек</a:t>
            </a:r>
            <a:endParaRPr lang="en-US" sz="1500" dirty="0"/>
          </a:p>
        </p:txBody>
      </p:sp>
      <p:sp>
        <p:nvSpPr>
          <p:cNvPr id="8" name="t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9" name="t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tr1t"/>
          <p:cNvSpPr txBox="1"/>
          <p:nvPr/>
        </p:nvSpPr>
        <p:spPr>
          <a:xfrm>
            <a:off x="1097280" y="1920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3D-графика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карту Беларуси можно вращать, наклонять и приближать</a:t>
            </a:r>
            <a:endParaRPr lang="en-US" sz="1500" dirty="0"/>
          </a:p>
        </p:txBody>
      </p:sp>
      <p:sp>
        <p:nvSpPr>
          <p:cNvPr id="11" name="t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t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tr2t"/>
          <p:cNvSpPr txBox="1"/>
          <p:nvPr/>
        </p:nvSpPr>
        <p:spPr>
          <a:xfrm>
            <a:off x="109728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постройки, 87 портретов, 16 фигурок войск</a:t>
            </a:r>
            <a:endParaRPr lang="en-US" sz="1500" dirty="0"/>
          </a:p>
        </p:txBody>
      </p:sp>
      <p:sp>
        <p:nvSpPr>
          <p:cNvPr id="14" name="t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5" name="t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tr3t"/>
          <p:cNvSpPr txBox="1"/>
          <p:nvPr/>
        </p:nvSpPr>
        <p:spPr>
          <a:xfrm>
            <a:off x="109728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проходит игру до 2026 года и проверяет всё</a:t>
            </a:r>
            <a:endParaRPr lang="en-US" sz="1500" dirty="0"/>
          </a:p>
        </p:txBody>
      </p:sp>
      <p:sp>
        <p:nvSpPr>
          <p:cNvPr id="17" name="k0"/>
          <p:cNvSpPr/>
          <p:nvPr/>
        </p:nvSpPr>
        <p:spPr>
          <a:xfrm>
            <a:off x="475488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8" name="k0t"/>
          <p:cNvSpPr txBox="1"/>
          <p:nvPr/>
        </p:nvSpPr>
        <p:spPr>
          <a:xfrm>
            <a:off x="475488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технологий</a:t>
            </a:r>
            <a:endParaRPr lang="en-US" sz="3200" dirty="0"/>
          </a:p>
        </p:txBody>
      </p:sp>
      <p:sp>
        <p:nvSpPr>
          <p:cNvPr id="19" name="k1"/>
          <p:cNvSpPr/>
          <p:nvPr/>
        </p:nvSpPr>
        <p:spPr>
          <a:xfrm>
            <a:off x="676656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0" name="k1t"/>
          <p:cNvSpPr txBox="1"/>
          <p:nvPr/>
        </p:nvSpPr>
        <p:spPr>
          <a:xfrm>
            <a:off x="676656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строек</a:t>
            </a:r>
            <a:endParaRPr lang="en-US" sz="3200" dirty="0"/>
          </a:p>
        </p:txBody>
      </p:sp>
      <p:sp>
        <p:nvSpPr>
          <p:cNvPr id="21" name="k2"/>
          <p:cNvSpPr/>
          <p:nvPr/>
        </p:nvSpPr>
        <p:spPr>
          <a:xfrm>
            <a:off x="475488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2" name="k2t"/>
          <p:cNvSpPr txBox="1"/>
          <p:nvPr/>
        </p:nvSpPr>
        <p:spPr>
          <a:xfrm>
            <a:off x="475488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деятеля</a:t>
            </a:r>
            <a:endParaRPr lang="en-US" sz="3200" dirty="0"/>
          </a:p>
        </p:txBody>
      </p:sp>
      <p:sp>
        <p:nvSpPr>
          <p:cNvPr id="23" name="k3"/>
          <p:cNvSpPr/>
          <p:nvPr/>
        </p:nvSpPr>
        <p:spPr>
          <a:xfrm>
            <a:off x="676656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4" name="k3t"/>
          <p:cNvSpPr txBox="1"/>
          <p:nvPr/>
        </p:nvSpPr>
        <p:spPr>
          <a:xfrm>
            <a:off x="676656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</a:t>
            </a:r>
            <a:endParaRPr lang="en-US" sz="3200" dirty="0"/>
          </a:p>
        </p:txBody>
      </p:sp>
      <p:sp>
        <p:nvSpPr>
          <p:cNvPr id="25" name="k4"/>
          <p:cNvSpPr/>
          <p:nvPr/>
        </p:nvSpPr>
        <p:spPr>
          <a:xfrm>
            <a:off x="475488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k4t"/>
          <p:cNvSpPr txBox="1"/>
          <p:nvPr/>
        </p:nvSpPr>
        <p:spPr>
          <a:xfrm>
            <a:off x="475488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летописца</a:t>
            </a:r>
            <a:endParaRPr lang="en-US" sz="3200" dirty="0"/>
          </a:p>
        </p:txBody>
      </p:sp>
      <p:sp>
        <p:nvSpPr>
          <p:cNvPr id="27" name="k5"/>
          <p:cNvSpPr/>
          <p:nvPr/>
        </p:nvSpPr>
        <p:spPr>
          <a:xfrm>
            <a:off x="676656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8" name="k5t"/>
          <p:cNvSpPr txBox="1"/>
          <p:nvPr/>
        </p:nvSpPr>
        <p:spPr>
          <a:xfrm>
            <a:off x="676656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заданий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900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550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200"/>
                            </p:stCondLst>
                            <p:childTnLst>
                              <p:par>
                                <p:cTn id="10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850"/>
                            </p:stCondLst>
                            <p:childTnLst>
                              <p:par>
                                <p:cTn id="1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нового в моей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nv0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nv0bCircle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7" name="nv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1411834"/>
            <a:ext cx="285293" cy="285293"/>
          </a:xfrm>
          <a:prstGeom prst="rect">
            <a:avLst/>
          </a:prstGeom>
        </p:spPr>
      </p:pic>
      <p:sp>
        <p:nvSpPr>
          <p:cNvPr id="8" name="nv0t"/>
          <p:cNvSpPr txBox="1"/>
          <p:nvPr/>
        </p:nvSpPr>
        <p:spPr>
          <a:xfrm>
            <a:off x="132588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как в HOI</a:t>
            </a:r>
            <a:endParaRPr lang="en-US" sz="1400" dirty="0"/>
          </a:p>
        </p:txBody>
      </p:sp>
      <p:sp>
        <p:nvSpPr>
          <p:cNvPr id="9" name="nv0d"/>
          <p:cNvSpPr txBox="1"/>
          <p:nvPr/>
        </p:nvSpPr>
        <p:spPr>
          <a:xfrm>
            <a:off x="64008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армии сами идут по карте и бьются в реальном времени; враг виден</a:t>
            </a:r>
            <a:endParaRPr lang="en-US" sz="1200" dirty="0"/>
          </a:p>
        </p:txBody>
      </p:sp>
      <p:sp>
        <p:nvSpPr>
          <p:cNvPr id="10" name="nv1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1" name="nv1bCircle"/>
          <p:cNvSpPr/>
          <p:nvPr/>
        </p:nvSpPr>
        <p:spPr>
          <a:xfrm>
            <a:off x="3429000" y="1280160"/>
            <a:ext cx="548640" cy="54864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nv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674" y="1411834"/>
            <a:ext cx="285293" cy="285293"/>
          </a:xfrm>
          <a:prstGeom prst="rect">
            <a:avLst/>
          </a:prstGeom>
        </p:spPr>
      </p:pic>
      <p:sp>
        <p:nvSpPr>
          <p:cNvPr id="13" name="nv1t"/>
          <p:cNvSpPr txBox="1"/>
          <p:nvPr/>
        </p:nvSpPr>
        <p:spPr>
          <a:xfrm>
            <a:off x="411480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</a:t>
            </a:r>
            <a:endParaRPr lang="en-US" sz="1400" dirty="0"/>
          </a:p>
        </p:txBody>
      </p:sp>
      <p:sp>
        <p:nvSpPr>
          <p:cNvPr id="14" name="nv1d"/>
          <p:cNvSpPr txBox="1"/>
          <p:nvPr/>
        </p:nvSpPr>
        <p:spPr>
          <a:xfrm>
            <a:off x="342900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ВКЛ, Речь Посполитая, Российская империя, СССР — на 3D-карте</a:t>
            </a:r>
            <a:endParaRPr lang="en-US" sz="1200" dirty="0"/>
          </a:p>
        </p:txBody>
      </p:sp>
      <p:sp>
        <p:nvSpPr>
          <p:cNvPr id="15" name="nv2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6" name="nv2bCircle"/>
          <p:cNvSpPr/>
          <p:nvPr/>
        </p:nvSpPr>
        <p:spPr>
          <a:xfrm>
            <a:off x="6217920" y="128016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17" name="nv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594" y="1411834"/>
            <a:ext cx="285293" cy="285293"/>
          </a:xfrm>
          <a:prstGeom prst="rect">
            <a:avLst/>
          </a:prstGeom>
        </p:spPr>
      </p:pic>
      <p:sp>
        <p:nvSpPr>
          <p:cNvPr id="18" name="nv2t"/>
          <p:cNvSpPr txBox="1"/>
          <p:nvPr/>
        </p:nvSpPr>
        <p:spPr>
          <a:xfrm>
            <a:off x="690372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</a:t>
            </a:r>
            <a:endParaRPr lang="en-US" sz="1400" dirty="0"/>
          </a:p>
        </p:txBody>
      </p:sp>
      <p:sp>
        <p:nvSpPr>
          <p:cNvPr id="19" name="nv2d"/>
          <p:cNvSpPr txBox="1"/>
          <p:nvPr/>
        </p:nvSpPr>
        <p:spPr>
          <a:xfrm>
            <a:off x="621792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Франтишки Уршули Радзивилл до Марины Василевской</a:t>
            </a:r>
            <a:endParaRPr lang="en-US" sz="1200" dirty="0"/>
          </a:p>
        </p:txBody>
      </p:sp>
      <p:sp>
        <p:nvSpPr>
          <p:cNvPr id="20" name="nv3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1" name="nv3bCircle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22" name="nv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54" y="3194914"/>
            <a:ext cx="285293" cy="285293"/>
          </a:xfrm>
          <a:prstGeom prst="rect">
            <a:avLst/>
          </a:prstGeom>
        </p:spPr>
      </p:pic>
      <p:sp>
        <p:nvSpPr>
          <p:cNvPr id="23" name="nv3t"/>
          <p:cNvSpPr txBox="1"/>
          <p:nvPr/>
        </p:nvSpPr>
        <p:spPr>
          <a:xfrm>
            <a:off x="132588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Взлёт ракеты</a:t>
            </a:r>
            <a:endParaRPr lang="en-US" sz="1400" dirty="0"/>
          </a:p>
        </p:txBody>
      </p:sp>
      <p:sp>
        <p:nvSpPr>
          <p:cNvPr id="24" name="nv3d"/>
          <p:cNvSpPr txBox="1"/>
          <p:nvPr/>
        </p:nvSpPr>
        <p:spPr>
          <a:xfrm>
            <a:off x="64008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полётов Климука, Ковалёнка и Василевской</a:t>
            </a:r>
            <a:endParaRPr lang="en-US" sz="1200" dirty="0"/>
          </a:p>
        </p:txBody>
      </p:sp>
      <p:sp>
        <p:nvSpPr>
          <p:cNvPr id="25" name="nv4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6" name="nv4bCircle"/>
          <p:cNvSpPr/>
          <p:nvPr/>
        </p:nvSpPr>
        <p:spPr>
          <a:xfrm>
            <a:off x="3429000" y="3063240"/>
            <a:ext cx="548640" cy="54864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27" name="nv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0674" y="3194914"/>
            <a:ext cx="285293" cy="285293"/>
          </a:xfrm>
          <a:prstGeom prst="rect">
            <a:avLst/>
          </a:prstGeom>
        </p:spPr>
      </p:pic>
      <p:sp>
        <p:nvSpPr>
          <p:cNvPr id="28" name="nv4t"/>
          <p:cNvSpPr txBox="1"/>
          <p:nvPr/>
        </p:nvSpPr>
        <p:spPr>
          <a:xfrm>
            <a:off x="4114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в строю</a:t>
            </a:r>
            <a:endParaRPr lang="en-US" sz="1400" dirty="0"/>
          </a:p>
        </p:txBody>
      </p:sp>
      <p:sp>
        <p:nvSpPr>
          <p:cNvPr id="29" name="nv4d"/>
          <p:cNvSpPr txBox="1"/>
          <p:nvPr/>
        </p:nvSpPr>
        <p:spPr>
          <a:xfrm>
            <a:off x="342900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шагают и стреляют</a:t>
            </a:r>
            <a:endParaRPr lang="en-US" sz="1200" dirty="0"/>
          </a:p>
        </p:txBody>
      </p:sp>
      <p:sp>
        <p:nvSpPr>
          <p:cNvPr id="30" name="nv5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31" name="nv5bCircle"/>
          <p:cNvSpPr/>
          <p:nvPr/>
        </p:nvSpPr>
        <p:spPr>
          <a:xfrm>
            <a:off x="6217920" y="306324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32" name="nv5b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9594" y="3194914"/>
            <a:ext cx="285293" cy="285293"/>
          </a:xfrm>
          <a:prstGeom prst="rect">
            <a:avLst/>
          </a:prstGeom>
        </p:spPr>
      </p:pic>
      <p:sp>
        <p:nvSpPr>
          <p:cNvPr id="33" name="nv5t"/>
          <p:cNvSpPr txBox="1"/>
          <p:nvPr/>
        </p:nvSpPr>
        <p:spPr>
          <a:xfrm>
            <a:off x="690372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Метро Минска</a:t>
            </a:r>
            <a:endParaRPr lang="en-US" sz="1400" dirty="0"/>
          </a:p>
        </p:txBody>
      </p:sp>
      <p:sp>
        <p:nvSpPr>
          <p:cNvPr id="34" name="nv5d"/>
          <p:cNvSpPr txBox="1"/>
          <p:nvPr/>
        </p:nvSpPr>
        <p:spPr>
          <a:xfrm>
            <a:off x="621792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1984 года игрок сам строит метро и транспорт городов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"/>
                            </p:stCondLst>
                            <p:childTnLst>
                              <p:par>
                                <p:cTn id="10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  <p:bldP spid="33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играть: главный экран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669280" cy="34455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m1"/>
          <p:cNvSpPr/>
          <p:nvPr/>
        </p:nvSpPr>
        <p:spPr>
          <a:xfrm>
            <a:off x="912666" y="1059022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1t"/>
          <p:cNvSpPr txBox="1"/>
          <p:nvPr/>
        </p:nvSpPr>
        <p:spPr>
          <a:xfrm>
            <a:off x="912666" y="1059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m2"/>
          <p:cNvSpPr/>
          <p:nvPr/>
        </p:nvSpPr>
        <p:spPr>
          <a:xfrm>
            <a:off x="2745407" y="1417425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2t"/>
          <p:cNvSpPr txBox="1"/>
          <p:nvPr/>
        </p:nvSpPr>
        <p:spPr>
          <a:xfrm>
            <a:off x="2745407" y="14174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m3"/>
          <p:cNvSpPr/>
          <p:nvPr/>
        </p:nvSpPr>
        <p:spPr>
          <a:xfrm>
            <a:off x="1523580" y="3013946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3t"/>
          <p:cNvSpPr txBox="1"/>
          <p:nvPr/>
        </p:nvSpPr>
        <p:spPr>
          <a:xfrm>
            <a:off x="1523580" y="3013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m4"/>
          <p:cNvSpPr/>
          <p:nvPr/>
        </p:nvSpPr>
        <p:spPr>
          <a:xfrm>
            <a:off x="4333783" y="1612918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4t"/>
          <p:cNvSpPr txBox="1"/>
          <p:nvPr/>
        </p:nvSpPr>
        <p:spPr>
          <a:xfrm>
            <a:off x="4333783" y="16129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m5"/>
          <p:cNvSpPr/>
          <p:nvPr/>
        </p:nvSpPr>
        <p:spPr>
          <a:xfrm>
            <a:off x="5506738" y="1026440"/>
            <a:ext cx="310896" cy="310896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5t"/>
          <p:cNvSpPr txBox="1"/>
          <p:nvPr/>
        </p:nvSpPr>
        <p:spPr>
          <a:xfrm>
            <a:off x="5506738" y="1026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legend"/>
          <p:cNvSpPr txBox="1"/>
          <p:nvPr/>
        </p:nvSpPr>
        <p:spPr>
          <a:xfrm>
            <a:off x="6355080" y="105156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Год, казна, знания, производство, население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Лента эпох: от 1100 до 2026 года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3D-карта: города, армии, железные дороги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Вкладки: технологии, стройки, деятели, армия…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«Завершить ход» — следующий год</a:t>
            </a:r>
            <a:endParaRPr lang="en-US" sz="1300" dirty="0"/>
          </a:p>
        </p:txBody>
      </p:sp>
      <p:sp>
        <p:nvSpPr>
          <p:cNvPr id="17" name="caption"/>
          <p:cNvSpPr txBox="1"/>
          <p:nvPr/>
        </p:nvSpPr>
        <p:spPr>
          <a:xfrm>
            <a:off x="457200" y="454283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игры: 1943 год, освобождение Могилёвщины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95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6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25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9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проходит ход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f0"/>
          <p:cNvSpPr/>
          <p:nvPr/>
        </p:nvSpPr>
        <p:spPr>
          <a:xfrm>
            <a:off x="457200" y="10972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6" name="f0c"/>
          <p:cNvSpPr/>
          <p:nvPr/>
        </p:nvSpPr>
        <p:spPr>
          <a:xfrm>
            <a:off x="566928" y="1188720"/>
            <a:ext cx="365760" cy="36576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7" name="f0n"/>
          <p:cNvSpPr txBox="1"/>
          <p:nvPr/>
        </p:nvSpPr>
        <p:spPr>
          <a:xfrm>
            <a:off x="56692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f0t"/>
          <p:cNvSpPr txBox="1"/>
          <p:nvPr/>
        </p:nvSpPr>
        <p:spPr>
          <a:xfrm>
            <a:off x="1051560" y="109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Изучайте технологии</a:t>
            </a:r>
            <a:endParaRPr lang="en-US" sz="1500" dirty="0"/>
          </a:p>
        </p:txBody>
      </p:sp>
      <p:sp>
        <p:nvSpPr>
          <p:cNvPr id="9" name="f1"/>
          <p:cNvSpPr/>
          <p:nvPr/>
        </p:nvSpPr>
        <p:spPr>
          <a:xfrm>
            <a:off x="457200" y="17830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0" name="f1c"/>
          <p:cNvSpPr/>
          <p:nvPr/>
        </p:nvSpPr>
        <p:spPr>
          <a:xfrm>
            <a:off x="566928" y="1874520"/>
            <a:ext cx="365760" cy="36576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f1n"/>
          <p:cNvSpPr txBox="1"/>
          <p:nvPr/>
        </p:nvSpPr>
        <p:spPr>
          <a:xfrm>
            <a:off x="56692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f1t"/>
          <p:cNvSpPr txBox="1"/>
          <p:nvPr/>
        </p:nvSpPr>
        <p:spPr>
          <a:xfrm>
            <a:off x="105156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Стройте</a:t>
            </a:r>
            <a:endParaRPr lang="en-US" sz="1500" dirty="0"/>
          </a:p>
        </p:txBody>
      </p:sp>
      <p:sp>
        <p:nvSpPr>
          <p:cNvPr id="13" name="f2"/>
          <p:cNvSpPr/>
          <p:nvPr/>
        </p:nvSpPr>
        <p:spPr>
          <a:xfrm>
            <a:off x="457200" y="24688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4" name="f2c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f2n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f2t"/>
          <p:cNvSpPr txBox="1"/>
          <p:nvPr/>
        </p:nvSpPr>
        <p:spPr>
          <a:xfrm>
            <a:off x="105156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Приглашайте деятелей</a:t>
            </a:r>
            <a:endParaRPr lang="en-US" sz="1500" dirty="0"/>
          </a:p>
        </p:txBody>
      </p:sp>
      <p:sp>
        <p:nvSpPr>
          <p:cNvPr id="17" name="f3"/>
          <p:cNvSpPr/>
          <p:nvPr/>
        </p:nvSpPr>
        <p:spPr>
          <a:xfrm>
            <a:off x="457200" y="31546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18" name="f3c"/>
          <p:cNvSpPr/>
          <p:nvPr/>
        </p:nvSpPr>
        <p:spPr>
          <a:xfrm>
            <a:off x="566928" y="3246120"/>
            <a:ext cx="365760" cy="3657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f3n"/>
          <p:cNvSpPr txBox="1"/>
          <p:nvPr/>
        </p:nvSpPr>
        <p:spPr>
          <a:xfrm>
            <a:off x="5669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f3t"/>
          <p:cNvSpPr txBox="1"/>
          <p:nvPr/>
        </p:nvSpPr>
        <p:spPr>
          <a:xfrm>
            <a:off x="1051560" y="3154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Решайте события</a:t>
            </a:r>
            <a:endParaRPr lang="en-US" sz="1500" dirty="0"/>
          </a:p>
        </p:txBody>
      </p:sp>
      <p:sp>
        <p:nvSpPr>
          <p:cNvPr id="21" name="f4"/>
          <p:cNvSpPr/>
          <p:nvPr/>
        </p:nvSpPr>
        <p:spPr>
          <a:xfrm>
            <a:off x="457200" y="38404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C8102E"/>
          </a:solidFill>
          <a:ln w="9525">
            <a:solidFill>
              <a:srgbClr val="C8102E"/>
            </a:solidFill>
            <a:prstDash val="solid"/>
          </a:ln>
        </p:spPr>
      </p:sp>
      <p:sp>
        <p:nvSpPr>
          <p:cNvPr id="22" name="f4c"/>
          <p:cNvSpPr/>
          <p:nvPr/>
        </p:nvSpPr>
        <p:spPr>
          <a:xfrm>
            <a:off x="566928" y="393192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f4n"/>
          <p:cNvSpPr txBox="1"/>
          <p:nvPr/>
        </p:nvSpPr>
        <p:spPr>
          <a:xfrm>
            <a:off x="566928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f4t"/>
          <p:cNvSpPr txBox="1"/>
          <p:nvPr/>
        </p:nvSpPr>
        <p:spPr>
          <a:xfrm>
            <a:off x="1051560" y="3840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500" dirty="0"/>
          </a:p>
        </p:txBody>
      </p:sp>
      <p:pic>
        <p:nvPicPr>
          <p:cNvPr id="25" name="shot" descr="/tmp/claude-0/-home-user-xy-/a67a51dc-14ac-57ee-b735-98b960f6acb5/scratchpad/pres/img/eve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97280"/>
            <a:ext cx="4526280" cy="29703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6" name="caption"/>
          <p:cNvSpPr txBox="1"/>
          <p:nvPr/>
        </p:nvSpPr>
        <p:spPr>
          <a:xfrm>
            <a:off x="4160520" y="4113371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 1943 года: операция «Возмездие» — игрок выбирает решение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2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Армии на карте — как в HOI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 год: армии идут освобождать Могилёв и Витебск</a:t>
            </a:r>
            <a:endParaRPr lang="en-US" sz="1000" dirty="0"/>
          </a:p>
        </p:txBody>
      </p:sp>
      <p:sp>
        <p:nvSpPr>
          <p:cNvPr id="7" name="steps"/>
          <p:cNvSpPr txBox="1"/>
          <p:nvPr/>
        </p:nvSpPr>
        <p:spPr>
          <a:xfrm>
            <a:off x="5806440" y="10515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Объявите поход — армия сама пойдёт к цели: клетка за 10 секунд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и самим: нажмите на отряд, потом на город (или правой кнопкой)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цели раз в 10 секунд идёт бой</a:t>
            </a:r>
            <a:endParaRPr lang="en-US" sz="1300" dirty="0"/>
          </a:p>
        </p:txBody>
      </p:sp>
      <p:pic>
        <p:nvPicPr>
          <p:cNvPr id="8" name="gifBattle" descr="/tmp/claude-0/-home-user-xy-/a67a51dc-14ac-57ee-b735-98b960f6acb5/scratchpad/pres/gif/march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97480"/>
            <a:ext cx="2880360" cy="1786723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06440" y="4529923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отряд героинь идёт на Могилёв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Бой и армия врага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battl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21868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бой за Могилёв, 1943 год</a:t>
            </a:r>
            <a:endParaRPr lang="en-US" sz="1000" dirty="0"/>
          </a:p>
        </p:txBody>
      </p:sp>
      <p:sp>
        <p:nvSpPr>
          <p:cNvPr id="7" name="txt"/>
          <p:cNvSpPr txBox="1"/>
          <p:nvPr/>
        </p:nvSpPr>
        <p:spPr>
          <a:xfrm>
            <a:off x="5852160" y="105156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Наши войска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шагают и стреляют: вспышки, дым, откат пушек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Армия врага видна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дивизии в форме своей эпохи и их сила: «вермахт · сила 168»; в оккупированных областях — гарнизоны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освобождена — доходы растут, каратели больше не жгут деревни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Снабжение и железные дороги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6" name="s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sr0t"/>
          <p:cNvSpPr txBox="1"/>
          <p:nvPr/>
        </p:nvSpPr>
        <p:spPr>
          <a:xfrm>
            <a:off x="1097280" y="1051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Снабжение идёт от столицы — не дальше двух дорог или по железной дороге</a:t>
            </a:r>
            <a:endParaRPr lang="en-US" sz="1300" dirty="0"/>
          </a:p>
        </p:txBody>
      </p:sp>
      <p:sp>
        <p:nvSpPr>
          <p:cNvPr id="8" name="s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9" name="s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sr1t"/>
          <p:cNvSpPr txBox="1"/>
          <p:nvPr/>
        </p:nvSpPr>
        <p:spPr>
          <a:xfrm>
            <a:off x="1097280" y="1920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снабжения сила армии падает (×0,6), могут теряться войска</a:t>
            </a:r>
            <a:endParaRPr lang="en-US" sz="1300" dirty="0"/>
          </a:p>
        </p:txBody>
      </p:sp>
      <p:sp>
        <p:nvSpPr>
          <p:cNvPr id="11" name="s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3B6EA5"/>
          </a:solidFill>
          <a:ln w="12700">
            <a:solidFill>
              <a:srgbClr val="3B6EA5"/>
            </a:solidFill>
            <a:prstDash val="solid"/>
          </a:ln>
        </p:spPr>
      </p:sp>
      <p:pic>
        <p:nvPicPr>
          <p:cNvPr id="12" name="s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sr2t"/>
          <p:cNvSpPr txBox="1"/>
          <p:nvPr/>
        </p:nvSpPr>
        <p:spPr>
          <a:xfrm>
            <a:off x="109728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1871 года стройте железные дороги: по ним ходят поезда, армии идут быстрее</a:t>
            </a:r>
            <a:endParaRPr lang="en-US" sz="1300" dirty="0"/>
          </a:p>
        </p:txBody>
      </p:sp>
      <p:sp>
        <p:nvSpPr>
          <p:cNvPr id="14" name="s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5" name="s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sr3t"/>
          <p:cNvSpPr txBox="1"/>
          <p:nvPr/>
        </p:nvSpPr>
        <p:spPr>
          <a:xfrm>
            <a:off x="1097280" y="3657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1941–1944 годах снабжение идёт с Большой земли и от партизан</a:t>
            </a:r>
            <a:endParaRPr lang="en-US" sz="1300" dirty="0"/>
          </a:p>
        </p:txBody>
      </p:sp>
      <p:pic>
        <p:nvPicPr>
          <p:cNvPr id="17" name="shot" descr="/tmp/claude-0/-home-user-xy-/a67a51dc-14ac-57ee-b735-98b960f6acb5/scratchpad/pres/img/s47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097280"/>
            <a:ext cx="4343400" cy="263973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8" name="caption"/>
          <p:cNvSpPr txBox="1"/>
          <p:nvPr/>
        </p:nvSpPr>
        <p:spPr>
          <a:xfrm>
            <a:off x="4343400" y="3782739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армия в Минске без снабжения — в тылу врага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3D-карта Беларуси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Map" descr="/tmp/claude-0/-home-user-xy-/a67a51dc-14ac-57ee-b735-98b960f6acb5/scratchpad/pres/gif/rotat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карта 1942 года поворачивается мышью</a:t>
            </a:r>
            <a:endParaRPr lang="en-US" sz="1000" dirty="0"/>
          </a:p>
        </p:txBody>
      </p:sp>
      <p:sp>
        <p:nvSpPr>
          <p:cNvPr id="7" name="ctrl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Колесо мыши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ближе / дальше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повернуть и наклонить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сдвинуть карту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во весь экран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Исторические государства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5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Беларусь в составе СССР, вокруг — соседние республики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5806440" y="1051560"/>
            <a:ext cx="2880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Полоцкое и Туровское княжества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Великое Княжество Литовское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1569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Речь Посполитая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1795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Российская империя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БССР и Западная Беларусь в Польше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СССР в Великой Отечественной войне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Республика Беларусь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Задания, летописец и итоги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A" descr="/tmp/claude-0/-home-user-xy-/a67a51dc-14ac-57ee-b735-98b960f6acb5/scratchpad/pres/img/quest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 1943 года</a:t>
            </a:r>
            <a:endParaRPr lang="en-US" sz="1000" dirty="0"/>
          </a:p>
        </p:txBody>
      </p:sp>
      <p:pic>
        <p:nvPicPr>
          <p:cNvPr id="7" name="shotB" descr="/tmp/claude-0/-home-user-xy-/a67a51dc-14ac-57ee-b735-98b960f6acb5/scratchpad/pres/img/results_pan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caption"/>
          <p:cNvSpPr txBox="1"/>
          <p:nvPr/>
        </p:nvSpPr>
        <p:spPr>
          <a:xfrm>
            <a:off x="36576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1945 года: графики населения</a:t>
            </a:r>
            <a:endParaRPr lang="en-US" sz="1000" dirty="0"/>
          </a:p>
        </p:txBody>
      </p:sp>
      <p:sp>
        <p:nvSpPr>
          <p:cNvPr id="9" name="txt"/>
          <p:cNvSpPr txBox="1"/>
          <p:nvPr/>
        </p:nvSpPr>
        <p:spPr>
          <a:xfrm>
            <a:off x="6858000" y="1051560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исторических заданий с наградами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Летописец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вопросов по истории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B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и счёт в конце игры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Беларусь в годы войны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2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846320" cy="29453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04267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 в игре: оккупированные области, армии и партизанский край</a:t>
            </a:r>
            <a:endParaRPr lang="en-US" sz="1000" dirty="0"/>
          </a:p>
        </p:txBody>
      </p:sp>
      <p:sp>
        <p:nvSpPr>
          <p:cNvPr id="7" name="w0"/>
          <p:cNvSpPr/>
          <p:nvPr/>
        </p:nvSpPr>
        <p:spPr>
          <a:xfrm>
            <a:off x="5577840" y="10515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8" name="w0t"/>
          <p:cNvSpPr txBox="1"/>
          <p:nvPr/>
        </p:nvSpPr>
        <p:spPr>
          <a:xfrm>
            <a:off x="5715000" y="112471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третий</a:t>
            </a:r>
            <a:endParaRPr lang="en-US" sz="24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житель Беларуси погиб в войне</a:t>
            </a:r>
            <a:endParaRPr lang="en-US" sz="2400" dirty="0"/>
          </a:p>
        </p:txBody>
      </p:sp>
      <p:sp>
        <p:nvSpPr>
          <p:cNvPr id="9" name="w1"/>
          <p:cNvSpPr/>
          <p:nvPr/>
        </p:nvSpPr>
        <p:spPr>
          <a:xfrm>
            <a:off x="5577840" y="22402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0" name="w1t"/>
          <p:cNvSpPr txBox="1"/>
          <p:nvPr/>
        </p:nvSpPr>
        <p:spPr>
          <a:xfrm>
            <a:off x="5715000" y="23134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сражались в партизанских отрядах</a:t>
            </a:r>
            <a:endParaRPr lang="en-US" sz="2800" dirty="0"/>
          </a:p>
        </p:txBody>
      </p:sp>
      <p:sp>
        <p:nvSpPr>
          <p:cNvPr id="11" name="w2"/>
          <p:cNvSpPr/>
          <p:nvPr/>
        </p:nvSpPr>
        <p:spPr>
          <a:xfrm>
            <a:off x="5577840" y="34290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F2723"/>
          </a:solidFill>
          <a:ln w="9525">
            <a:solidFill>
              <a:srgbClr val="33403A"/>
            </a:solidFill>
            <a:prstDash val="solid"/>
          </a:ln>
        </p:spPr>
      </p:sp>
      <p:sp>
        <p:nvSpPr>
          <p:cNvPr id="12" name="w2t"/>
          <p:cNvSpPr txBox="1"/>
          <p:nvPr/>
        </p:nvSpPr>
        <p:spPr>
          <a:xfrm>
            <a:off x="5715000" y="350215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участвовали в подполье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5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Операция «Возмездие», 1943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xt"/>
          <p:cNvSpPr txBox="1"/>
          <p:nvPr/>
        </p:nvSpPr>
        <p:spPr>
          <a:xfrm>
            <a:off x="457200" y="105156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сентября 1943 года минские подпольщицы уничтожили гауляйтера Вильгельма Кубе.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Советского Союза (29 октября 1943 года):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Статья о Елене Мазани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Елена Мазаник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 о Марии Осипово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Мария Осипова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Надежде Троян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Надежда Троян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игре это событие с выбором, а героинь можно пригласить в команду.</a:t>
            </a:r>
            <a:endParaRPr lang="en-US" sz="1400" dirty="0"/>
          </a:p>
        </p:txBody>
      </p:sp>
      <p:pic>
        <p:nvPicPr>
          <p:cNvPr id="6" name="shotA" descr="/tmp/claude-0/-home-user-xy-/a67a51dc-14ac-57ee-b735-98b960f6acb5/scratchpad/pres/img/mazanik_cro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051560"/>
            <a:ext cx="4754880" cy="312039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caption"/>
          <p:cNvSpPr txBox="1"/>
          <p:nvPr/>
        </p:nvSpPr>
        <p:spPr>
          <a:xfrm>
            <a:off x="3931920" y="421767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Елены Мазаник с 3D-портретом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Героини войны в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heroine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героинь можно пригласить на вкладке «Деятели»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4663440" y="10515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Ефросинья Зеньк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Ефросинья Зенькова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руководила «Юными мстителями» (Оболь)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Зинаида Портн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Портнова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юная разведчица «Юных мстителей»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Зинаида Туснолобова-Марченко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Туснолобова-Марченко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вынесла с поля боя 128 раненых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Статья: Анна Масло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Анна Масловская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партизанка, подрывала эшелоны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Статья: Вера Хоруж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Вера Хоружая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разведчица в оккупированном Витебске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Освобождение областей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army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Вкладка «Армия», 1943 год</a:t>
            </a:r>
            <a:endParaRPr lang="en-US" sz="1000" dirty="0"/>
          </a:p>
        </p:txBody>
      </p:sp>
      <p:pic>
        <p:nvPicPr>
          <p:cNvPr id="7" name="gif" descr="/tmp/claude-0/-home-user-xy-/a67a51dc-14ac-57ee-b735-98b960f6acb5/scratchpad/pres/img/s9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txt"/>
          <p:cNvSpPr txBox="1"/>
          <p:nvPr/>
        </p:nvSpPr>
        <p:spPr>
          <a:xfrm>
            <a:off x="4663440" y="3588232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Освобождайте области сами: армии идут к центрам областей.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стрелки, лётчицы, партизанки, танкистки.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Космос: взлёт ракеты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launch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«Союз МС-25» стартует с Байконура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Пётр Климу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Пётр Климук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«Союз-13», 1973 — первый космонавт из Беларуси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Владимир Ковалёно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Владимир Ковалёнок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«Союз-29», 1978 — 140 суток на орбите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Марина Василе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Марина Василевская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 МС-25», 2024 — первая женщина-космонавт суверенной Беларуси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женщина-космонавт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F2723"/>
          </a:solidFill>
          <a:ln w="9525">
            <a:solidFill>
              <a:srgbClr val="3A4540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card" descr="/tmp/claude-0/-home-user-xy-/a67a51dc-14ac-57ee-b735-98b960f6acb5/scratchpad/pres/img/s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карточка в игре · «Союз МС-25», 23 марта 2024 года</a:t>
            </a:r>
            <a:endParaRPr lang="en-US" sz="1000" dirty="0"/>
          </a:p>
        </p:txBody>
      </p:sp>
      <p:pic>
        <p:nvPicPr>
          <p:cNvPr id="7" name="small1" descr="/tmp/claude-0/-home-user-xy-/a67a51dc-14ac-57ee-b735-98b960f6acb5/scratchpad/pres/img/s7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pic>
        <p:nvPicPr>
          <p:cNvPr id="8" name="small2" descr="/tmp/claude-0/-home-user-xy-/a67a51dc-14ac-57ee-b735-98b960f6acb5/scratchpad/pres/img/s76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911497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9" name="txt"/>
          <p:cNvSpPr txBox="1"/>
          <p:nvPr/>
        </p:nvSpPr>
        <p:spPr>
          <a:xfrm>
            <a:off x="5852160" y="467999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9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Зажигание и «крест Королёва»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9B4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и выводы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d0"/>
          <p:cNvSpPr/>
          <p:nvPr/>
        </p:nvSpPr>
        <p:spPr>
          <a:xfrm>
            <a:off x="457200" y="115214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d0c"/>
          <p:cNvSpPr txBox="1"/>
          <p:nvPr/>
        </p:nvSpPr>
        <p:spPr>
          <a:xfrm>
            <a:off x="45720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d0t"/>
          <p:cNvSpPr txBox="1"/>
          <p:nvPr/>
        </p:nvSpPr>
        <p:spPr>
          <a:xfrm>
            <a:off x="914400" y="1097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работает на любом компьютере с Windows — один файл</a:t>
            </a:r>
            <a:endParaRPr lang="en-US" sz="1400" dirty="0"/>
          </a:p>
        </p:txBody>
      </p:sp>
      <p:sp>
        <p:nvSpPr>
          <p:cNvPr id="8" name="d1"/>
          <p:cNvSpPr/>
          <p:nvPr/>
        </p:nvSpPr>
        <p:spPr>
          <a:xfrm>
            <a:off x="457200" y="170078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" name="d1c"/>
          <p:cNvSpPr txBox="1"/>
          <p:nvPr/>
        </p:nvSpPr>
        <p:spPr>
          <a:xfrm>
            <a:off x="45720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d1t"/>
          <p:cNvSpPr txBox="1"/>
          <p:nvPr/>
        </p:nvSpPr>
        <p:spPr>
          <a:xfrm>
            <a:off x="914400" y="1645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веков истории: 8 эпох, 70 ходов</a:t>
            </a:r>
            <a:endParaRPr lang="en-US" sz="1400" dirty="0"/>
          </a:p>
        </p:txBody>
      </p:sp>
      <p:sp>
        <p:nvSpPr>
          <p:cNvPr id="11" name="d2"/>
          <p:cNvSpPr/>
          <p:nvPr/>
        </p:nvSpPr>
        <p:spPr>
          <a:xfrm>
            <a:off x="457200" y="224942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d2c"/>
          <p:cNvSpPr txBox="1"/>
          <p:nvPr/>
        </p:nvSpPr>
        <p:spPr>
          <a:xfrm>
            <a:off x="45720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d2t"/>
          <p:cNvSpPr txBox="1"/>
          <p:nvPr/>
        </p:nvSpPr>
        <p:spPr>
          <a:xfrm>
            <a:off x="91440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в реальном времени: армии, враг, поезда</a:t>
            </a:r>
            <a:endParaRPr lang="en-US" sz="1400" dirty="0"/>
          </a:p>
        </p:txBody>
      </p:sp>
      <p:sp>
        <p:nvSpPr>
          <p:cNvPr id="14" name="d3"/>
          <p:cNvSpPr/>
          <p:nvPr/>
        </p:nvSpPr>
        <p:spPr>
          <a:xfrm>
            <a:off x="457200" y="279806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" name="d3c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d3t"/>
          <p:cNvSpPr txBox="1"/>
          <p:nvPr/>
        </p:nvSpPr>
        <p:spPr>
          <a:xfrm>
            <a:off x="9144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 и метро Минска</a:t>
            </a:r>
            <a:endParaRPr lang="en-US" sz="1400" dirty="0"/>
          </a:p>
        </p:txBody>
      </p:sp>
      <p:sp>
        <p:nvSpPr>
          <p:cNvPr id="17" name="d4"/>
          <p:cNvSpPr/>
          <p:nvPr/>
        </p:nvSpPr>
        <p:spPr>
          <a:xfrm>
            <a:off x="457200" y="334670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d4c"/>
          <p:cNvSpPr txBox="1"/>
          <p:nvPr/>
        </p:nvSpPr>
        <p:spPr>
          <a:xfrm>
            <a:off x="45720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d4t"/>
          <p:cNvSpPr txBox="1"/>
          <p:nvPr/>
        </p:nvSpPr>
        <p:spPr>
          <a:xfrm>
            <a:off x="9144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 с 3D-портретами</a:t>
            </a:r>
            <a:endParaRPr lang="en-US" sz="1400" dirty="0"/>
          </a:p>
        </p:txBody>
      </p:sp>
      <p:sp>
        <p:nvSpPr>
          <p:cNvPr id="20" name="d5"/>
          <p:cNvSpPr/>
          <p:nvPr/>
        </p:nvSpPr>
        <p:spPr>
          <a:xfrm>
            <a:off x="457200" y="3895344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1" name="d5c"/>
          <p:cNvSpPr txBox="1"/>
          <p:nvPr/>
        </p:nvSpPr>
        <p:spPr>
          <a:xfrm>
            <a:off x="457200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d5t"/>
          <p:cNvSpPr txBox="1"/>
          <p:nvPr/>
        </p:nvSpPr>
        <p:spPr>
          <a:xfrm>
            <a:off x="914400" y="3840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Анимации: бои и взлёт ракеты</a:t>
            </a:r>
            <a:endParaRPr lang="en-US" sz="1400" dirty="0"/>
          </a:p>
        </p:txBody>
      </p:sp>
      <p:sp>
        <p:nvSpPr>
          <p:cNvPr id="23" name="conclBg"/>
          <p:cNvSpPr/>
          <p:nvPr/>
        </p:nvSpPr>
        <p:spPr>
          <a:xfrm>
            <a:off x="5029200" y="1097280"/>
            <a:ext cx="3657600" cy="34290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 w="9525">
            <a:solidFill>
              <a:srgbClr val="D5DCD8"/>
            </a:solidFill>
            <a:prstDash val="solid"/>
          </a:ln>
        </p:spPr>
      </p:sp>
      <p:sp>
        <p:nvSpPr>
          <p:cNvPr id="24" name="concl"/>
          <p:cNvSpPr txBox="1"/>
          <p:nvPr/>
        </p:nvSpPr>
        <p:spPr>
          <a:xfrm>
            <a:off x="5257800" y="123444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игра создана и работает.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Играя, легче запомнить даты, людей и события.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узнал о подвиге белорусских женщин и научился программировать и делать 3D-модели.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E6A6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9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9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end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A17">
              <a:alpha val="70000"/>
            </a:srgbClr>
          </a:solidFill>
          <a:ln w="12700">
            <a:solidFill>
              <a:srgbClr val="141A17"/>
            </a:solidFill>
            <a:prstDash val="solid"/>
          </a:ln>
        </p:spPr>
      </p:sp>
      <p:sp>
        <p:nvSpPr>
          <p:cNvPr id="4" name="thanks"/>
          <p:cNvSpPr txBox="1"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5" name="q"/>
          <p:cNvSpPr txBox="1"/>
          <p:nvPr/>
        </p:nvSpPr>
        <p:spPr>
          <a:xfrm>
            <a:off x="548640" y="2011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ваши вопросы</a:t>
            </a:r>
            <a:endParaRPr lang="en-US" sz="2000" dirty="0"/>
          </a:p>
        </p:txBody>
      </p:sp>
      <p:sp>
        <p:nvSpPr>
          <p:cNvPr id="6" name="links"/>
          <p:cNvSpPr txBox="1"/>
          <p:nvPr/>
        </p:nvSpPr>
        <p:spPr>
          <a:xfrm>
            <a:off x="548640" y="3474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К содержанию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школьный конспект «История Беларуси и женщины-героини»;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Поиск стате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статьи о героинях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8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Беларуси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Википедия о Беларуси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Гимназия № 10 г. Минска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Судьба Республики Беларусь в объективе технологий</dc:title>
  <dc:subject>PptxGenJS Presentation</dc:subject>
  <dc:creator>Биончик Роман</dc:creator>
  <cp:lastModifiedBy>Биончик Роман</cp:lastModifiedBy>
  <cp:revision>1</cp:revision>
  <dcterms:created xsi:type="dcterms:W3CDTF">2026-10-22T15:25:44Z</dcterms:created>
  <dcterms:modified xsi:type="dcterms:W3CDTF">2026-10-22T15:25:44Z</dcterms:modified>
</cp:coreProperties>
</file>